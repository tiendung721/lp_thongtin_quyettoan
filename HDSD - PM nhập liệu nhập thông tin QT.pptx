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2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985AA-CE3A-880C-E954-D21FC62E3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03013-ACB5-5286-5130-51D3414D8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76294-9CB9-006F-2859-0333FA13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A21FE-9E78-72AF-5ADA-890D89AD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E4684-91E9-2DFC-FD2B-2A7F8C70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3131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629E-4F71-EC80-4474-E1C8A06A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4CD5-9AED-ABF4-69D6-48ABE83DB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4EBC0-479B-C3B2-38E0-B351C3EC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CBD23-8299-1852-3BCA-02673DE0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68D4A-9BF9-F898-F76E-B6F5A3FD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144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782F3-CA7D-97F3-17B0-1B96A9CAE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9B7E1-5C1C-F608-BA53-A23F218C2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9B6D7-382F-ED04-29E7-8D7B6387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5B032-2B09-1A3A-69B8-21497F51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BA81-2543-6A94-97F0-427C7C20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539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6C0E-8D53-2DFB-F6AF-93FA84888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ABF79-7EF8-76F5-F1E9-924EE5B9F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A4BF5-C8D1-2907-BE7B-6EC2010A3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BBF79-24EA-0710-4252-BA1C9983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1B9B7-2BDD-DC19-3E37-D5012D9A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D3FE4-87F7-AB82-8347-7C6E61E9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090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4E47-4019-1BF2-BA51-3E8D2E52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76C03-AF6D-1489-63BA-804F8A847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BE49A-BD9A-E381-0992-FC51B70A8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3C3EC3-6920-ABEF-1385-4695E68F9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508AE5-0B53-0A25-4A41-0161C0471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9B047-378A-13B5-FC47-141E81A7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51AB72-91E3-0E9D-2A2B-554AFC29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C45F4-0A43-338A-3C71-26FA8B33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698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901C-8B36-D511-2338-F6F00012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92F55-10C5-7AF1-5781-BEDB6030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A9531E-DDE4-AC94-47F4-26B6108BD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FC56E-B8F7-31A5-B8AC-277B24CB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244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8B81D-2CCD-6DA7-F4E6-A807B3B5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9F8707-FF48-2CAF-D0E7-DEF49694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1EED8-1F13-6407-E601-E01C8A45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118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A77-C016-7649-3447-33FCF53B5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0EC26-ECF7-C386-CCFF-F25BB2CC5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AD3D4-C3C5-66A2-D148-86C897A50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2C9E9-3CE5-4F55-F1EF-D8AC9738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3FD9-AB0F-1318-EA24-F326AEE2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7CD9B-5A71-3427-8E3F-A188C6B4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393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C3FDB-3CAC-4BD8-F3FE-B8938337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DE816-7582-421C-8698-57DC78DCCCF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A57EE-793C-5314-54A3-B50E3EF78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77784-0B5F-36DF-879C-B4AB6C5C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F5DBC-D683-D709-BC8A-B96C4A45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F8A63-5962-B700-4A6C-F9BCBEE0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717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F4B9-959E-28BD-1C5F-8C447DAE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17850-E639-D6AA-A890-3D7470E39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74DC2-33EC-FBBC-6FC7-5B3BA5DA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5E99A-9300-BD18-B7FF-BABA9D43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C26EB-2632-4DAE-96CC-B8D08835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175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BB91-AB49-4283-5630-CEC50111C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EBFFE-401D-373F-47F4-2D3D84BCD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1BC3B-5BB4-9D8E-6D3B-A464319B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7824A-5CF1-75C1-47A1-26E418EE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6E7F6-0534-69DA-7EDB-64A9CF33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24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14973-F5E5-8AB8-ED5A-A96EEA27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1A18E-EBF4-8DAF-4E29-C52DB4A3E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5CD5-336C-73B1-140A-BD283AC91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CE20E-2F48-42B5-87EB-C5D4C09AF884}" type="datetimeFigureOut">
              <a:rPr lang="vi-VN" smtClean="0"/>
              <a:t>20/10/2026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DDCA-418F-530F-F541-FBB55DB79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D1008-5D53-6759-54C5-D5157E1EC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45CF5-251C-47EB-A45C-36573E682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712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791FBB-D0C7-3750-77F6-AF752637E705}"/>
              </a:ext>
            </a:extLst>
          </p:cNvPr>
          <p:cNvSpPr txBox="1"/>
          <p:nvPr/>
        </p:nvSpPr>
        <p:spPr>
          <a:xfrm>
            <a:off x="865239" y="265471"/>
            <a:ext cx="7364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HDSD PM </a:t>
            </a: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– </a:t>
            </a:r>
            <a:r>
              <a:rPr lang="en-US" b="1" dirty="0" err="1"/>
              <a:t>luồng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quyết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– file </a:t>
            </a:r>
            <a:r>
              <a:rPr lang="en-US" b="1" dirty="0" err="1"/>
              <a:t>Hàng</a:t>
            </a:r>
            <a:r>
              <a:rPr lang="en-US" b="1" dirty="0"/>
              <a:t> </a:t>
            </a:r>
            <a:r>
              <a:rPr lang="en-US" b="1" dirty="0" err="1"/>
              <a:t>ngày</a:t>
            </a:r>
            <a:endParaRPr lang="vi-V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36A17-EDC9-D3D4-8F6C-BFF74972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75" y="976027"/>
            <a:ext cx="10493649" cy="4473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18728-A134-EB17-7EE4-EDE585C62452}"/>
              </a:ext>
            </a:extLst>
          </p:cNvPr>
          <p:cNvSpPr txBox="1"/>
          <p:nvPr/>
        </p:nvSpPr>
        <p:spPr>
          <a:xfrm>
            <a:off x="914400" y="5958348"/>
            <a:ext cx="643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file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: </a:t>
            </a:r>
            <a:r>
              <a:rPr lang="en-US" dirty="0" err="1"/>
              <a:t>Chọn</a:t>
            </a:r>
            <a:r>
              <a:rPr lang="en-US" dirty="0"/>
              <a:t> -&gt; Lưu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vi-V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539B25-A927-DD5D-8B4D-B8D78027201E}"/>
              </a:ext>
            </a:extLst>
          </p:cNvPr>
          <p:cNvSpPr/>
          <p:nvPr/>
        </p:nvSpPr>
        <p:spPr>
          <a:xfrm>
            <a:off x="9802761" y="4227871"/>
            <a:ext cx="1317523" cy="7865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326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C3909E-7104-F25C-73FB-5624876BC1ED}"/>
              </a:ext>
            </a:extLst>
          </p:cNvPr>
          <p:cNvSpPr txBox="1"/>
          <p:nvPr/>
        </p:nvSpPr>
        <p:spPr>
          <a:xfrm>
            <a:off x="568759" y="324465"/>
            <a:ext cx="7369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-&gt; </a:t>
            </a:r>
            <a:r>
              <a:rPr lang="en-US" dirty="0" err="1"/>
              <a:t>Tải</a:t>
            </a:r>
            <a:r>
              <a:rPr lang="en-US" dirty="0"/>
              <a:t> file-&gt;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AI </a:t>
            </a:r>
            <a:r>
              <a:rPr lang="en-US" dirty="0" err="1"/>
              <a:t>bóc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-&gt; </a:t>
            </a:r>
            <a:r>
              <a:rPr lang="en-US" dirty="0" err="1"/>
              <a:t>Tải</a:t>
            </a:r>
            <a:r>
              <a:rPr lang="en-US" dirty="0"/>
              <a:t> file </a:t>
            </a:r>
            <a:r>
              <a:rPr lang="en-US" dirty="0" err="1"/>
              <a:t>về</a:t>
            </a:r>
            <a:r>
              <a:rPr lang="en-US" dirty="0"/>
              <a:t> 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AF697-03A7-74D9-9CA0-693B8EE2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8" y="890359"/>
            <a:ext cx="5610978" cy="1149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CD1CCB-8A7A-356A-9BC1-83F7D2E18165}"/>
              </a:ext>
            </a:extLst>
          </p:cNvPr>
          <p:cNvSpPr txBox="1"/>
          <p:nvPr/>
        </p:nvSpPr>
        <p:spPr>
          <a:xfrm>
            <a:off x="468275" y="2236712"/>
            <a:ext cx="525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bóc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2 </a:t>
            </a:r>
            <a:endParaRPr lang="vi-V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16BD41-5041-14A6-E6E1-0D23737CE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9" y="2606044"/>
            <a:ext cx="7972340" cy="4069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5C1888-322C-5C53-2694-2ED0EA4243A2}"/>
              </a:ext>
            </a:extLst>
          </p:cNvPr>
          <p:cNvSpPr txBox="1"/>
          <p:nvPr/>
        </p:nvSpPr>
        <p:spPr>
          <a:xfrm>
            <a:off x="8888361" y="2802194"/>
            <a:ext cx="3072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Hoàn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,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Lưu</a:t>
            </a:r>
            <a:endParaRPr lang="vi-V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048BE5-22B4-E199-0909-B93A7F83AFAF}"/>
              </a:ext>
            </a:extLst>
          </p:cNvPr>
          <p:cNvSpPr/>
          <p:nvPr/>
        </p:nvSpPr>
        <p:spPr>
          <a:xfrm>
            <a:off x="7485571" y="6134798"/>
            <a:ext cx="905540" cy="57518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998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ADFCE3-3F0A-703F-2EAF-40EFACD307AD}"/>
              </a:ext>
            </a:extLst>
          </p:cNvPr>
          <p:cNvSpPr txBox="1"/>
          <p:nvPr/>
        </p:nvSpPr>
        <p:spPr>
          <a:xfrm>
            <a:off x="0" y="201435"/>
            <a:ext cx="525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bóc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2 </a:t>
            </a:r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EACB66-1482-EAFA-56FB-DFC72421E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97" y="793820"/>
            <a:ext cx="5255222" cy="5706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BDDC1C-5235-8C42-E676-EF196E481393}"/>
              </a:ext>
            </a:extLst>
          </p:cNvPr>
          <p:cNvSpPr txBox="1"/>
          <p:nvPr/>
        </p:nvSpPr>
        <p:spPr>
          <a:xfrm>
            <a:off x="5928527" y="1034980"/>
            <a:ext cx="5122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, Bill, </a:t>
            </a:r>
            <a:r>
              <a:rPr lang="en-US" dirty="0" err="1"/>
              <a:t>Khoản</a:t>
            </a:r>
            <a:r>
              <a:rPr lang="en-US" dirty="0"/>
              <a:t> chi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94085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1A39A-CB9E-B31C-F410-9DA2CD847913}"/>
              </a:ext>
            </a:extLst>
          </p:cNvPr>
          <p:cNvSpPr txBox="1"/>
          <p:nvPr/>
        </p:nvSpPr>
        <p:spPr>
          <a:xfrm>
            <a:off x="501445" y="245806"/>
            <a:ext cx="558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3: Nhập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bóc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ngày</a:t>
            </a:r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81D4D-CB59-A717-EDDE-9A168F0C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711727"/>
            <a:ext cx="6689052" cy="238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2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DD23F-CED5-E7AD-8282-D21FB8AB94B7}"/>
              </a:ext>
            </a:extLst>
          </p:cNvPr>
          <p:cNvSpPr txBox="1"/>
          <p:nvPr/>
        </p:nvSpPr>
        <p:spPr>
          <a:xfrm>
            <a:off x="501445" y="245806"/>
            <a:ext cx="558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3: Nhập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bóc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ngày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AAEDD-B592-8435-301E-32C8BCB8A399}"/>
              </a:ext>
            </a:extLst>
          </p:cNvPr>
          <p:cNvSpPr txBox="1"/>
          <p:nvPr/>
        </p:nvSpPr>
        <p:spPr>
          <a:xfrm>
            <a:off x="501445" y="615138"/>
            <a:ext cx="341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Các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</a:t>
            </a:r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766FA-E7BD-D6B2-BA5B-A3625D567411}"/>
              </a:ext>
            </a:extLst>
          </p:cNvPr>
          <p:cNvSpPr txBox="1"/>
          <p:nvPr/>
        </p:nvSpPr>
        <p:spPr>
          <a:xfrm>
            <a:off x="678426" y="1258529"/>
            <a:ext cx="8233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Sửa</a:t>
            </a:r>
            <a:r>
              <a:rPr lang="en-US" dirty="0"/>
              <a:t>/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thiếu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PM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SQT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endParaRPr lang="vi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4F2827-14B8-07B2-FA36-91F2CC1E04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14"/>
          <a:stretch>
            <a:fillRect/>
          </a:stretch>
        </p:blipFill>
        <p:spPr>
          <a:xfrm>
            <a:off x="678426" y="1744602"/>
            <a:ext cx="7667733" cy="4164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820567-2B4E-87A3-0055-525ADDF08358}"/>
              </a:ext>
            </a:extLst>
          </p:cNvPr>
          <p:cNvSpPr txBox="1"/>
          <p:nvPr/>
        </p:nvSpPr>
        <p:spPr>
          <a:xfrm>
            <a:off x="8532671" y="1951672"/>
            <a:ext cx="31033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hăọc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/them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cont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Sau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Lưu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, </a:t>
            </a:r>
            <a:r>
              <a:rPr lang="en-US" dirty="0" err="1"/>
              <a:t>cần</a:t>
            </a:r>
            <a:r>
              <a:rPr lang="en-US" dirty="0"/>
              <a:t> backup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vi-V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1EF5B5-0BF1-21EF-8C47-1113C5E4D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5" y="4102198"/>
            <a:ext cx="7667733" cy="201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20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85FCF-B61F-A183-0DC5-9A364A32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8D7F67-8D43-C866-2798-0BA6F151C2C6}"/>
              </a:ext>
            </a:extLst>
          </p:cNvPr>
          <p:cNvSpPr txBox="1"/>
          <p:nvPr/>
        </p:nvSpPr>
        <p:spPr>
          <a:xfrm>
            <a:off x="501445" y="245806"/>
            <a:ext cx="558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3: Nhập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bóc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ngày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2B103-3D6A-32E8-A215-7B0F53EFE240}"/>
              </a:ext>
            </a:extLst>
          </p:cNvPr>
          <p:cNvSpPr txBox="1"/>
          <p:nvPr/>
        </p:nvSpPr>
        <p:spPr>
          <a:xfrm>
            <a:off x="501445" y="615138"/>
            <a:ext cx="341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Các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</a:t>
            </a:r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324E1-45D0-F993-0D46-A03619710575}"/>
              </a:ext>
            </a:extLst>
          </p:cNvPr>
          <p:cNvSpPr txBox="1"/>
          <p:nvPr/>
        </p:nvSpPr>
        <p:spPr>
          <a:xfrm>
            <a:off x="678426" y="1258529"/>
            <a:ext cx="1067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Chọn</a:t>
            </a:r>
            <a:r>
              <a:rPr lang="en-US" dirty="0"/>
              <a:t> SQT/Bill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TH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SQT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endParaRPr lang="vi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9D9D1-A649-E423-C91F-139AC421FE28}"/>
              </a:ext>
            </a:extLst>
          </p:cNvPr>
          <p:cNvSpPr txBox="1"/>
          <p:nvPr/>
        </p:nvSpPr>
        <p:spPr>
          <a:xfrm>
            <a:off x="8532671" y="1951672"/>
            <a:ext cx="3103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Chọn</a:t>
            </a:r>
            <a:r>
              <a:rPr lang="en-US" dirty="0"/>
              <a:t> SQT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Sau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Lưu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, </a:t>
            </a:r>
            <a:r>
              <a:rPr lang="en-US" dirty="0" err="1"/>
              <a:t>cần</a:t>
            </a:r>
            <a:r>
              <a:rPr lang="en-US" dirty="0"/>
              <a:t> backup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vi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4A1639-1F96-5136-6010-5EB36BF57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1708018"/>
            <a:ext cx="7681452" cy="490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7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FFF3-ADB9-D82D-D20F-163387FF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FC7A75-6467-6E4B-BB24-16D381EB9C1B}"/>
              </a:ext>
            </a:extLst>
          </p:cNvPr>
          <p:cNvSpPr txBox="1"/>
          <p:nvPr/>
        </p:nvSpPr>
        <p:spPr>
          <a:xfrm>
            <a:off x="501445" y="245806"/>
            <a:ext cx="558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3: Nhập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bóc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ngày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957F7-4266-6E31-36E4-F9AB9F428BE9}"/>
              </a:ext>
            </a:extLst>
          </p:cNvPr>
          <p:cNvSpPr txBox="1"/>
          <p:nvPr/>
        </p:nvSpPr>
        <p:spPr>
          <a:xfrm>
            <a:off x="501445" y="615138"/>
            <a:ext cx="341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Các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</a:t>
            </a:r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C0E1BE-56B8-44C8-D7F9-EFE53066E304}"/>
              </a:ext>
            </a:extLst>
          </p:cNvPr>
          <p:cNvSpPr txBox="1"/>
          <p:nvPr/>
        </p:nvSpPr>
        <p:spPr>
          <a:xfrm>
            <a:off x="678426" y="1258529"/>
            <a:ext cx="549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Excel</a:t>
            </a:r>
            <a:endParaRPr lang="vi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7E58C-B5A6-21C4-B0E4-2F24BC54E291}"/>
              </a:ext>
            </a:extLst>
          </p:cNvPr>
          <p:cNvSpPr txBox="1"/>
          <p:nvPr/>
        </p:nvSpPr>
        <p:spPr>
          <a:xfrm>
            <a:off x="8532671" y="1951672"/>
            <a:ext cx="3103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dung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hay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cũ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Sau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Lưu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, </a:t>
            </a:r>
            <a:r>
              <a:rPr lang="en-US" dirty="0" err="1"/>
              <a:t>cần</a:t>
            </a:r>
            <a:r>
              <a:rPr lang="en-US" dirty="0"/>
              <a:t> backup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AFF44-CF56-C7BD-0CC8-F863755EC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1627861"/>
            <a:ext cx="7852454" cy="50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0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2696-FF6A-9885-CC0D-75FD3625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428530-27CE-3C4D-077D-AE27A8C82AF8}"/>
              </a:ext>
            </a:extLst>
          </p:cNvPr>
          <p:cNvSpPr txBox="1"/>
          <p:nvPr/>
        </p:nvSpPr>
        <p:spPr>
          <a:xfrm>
            <a:off x="501445" y="245806"/>
            <a:ext cx="558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3: Nhập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bóc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ngày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F75E5-42BB-A468-1B42-79094294EEE2}"/>
              </a:ext>
            </a:extLst>
          </p:cNvPr>
          <p:cNvSpPr txBox="1"/>
          <p:nvPr/>
        </p:nvSpPr>
        <p:spPr>
          <a:xfrm>
            <a:off x="501445" y="615138"/>
            <a:ext cx="341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Các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</a:t>
            </a:r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D5227-7025-9CC8-CEB3-71D9F8A5A68E}"/>
              </a:ext>
            </a:extLst>
          </p:cNvPr>
          <p:cNvSpPr txBox="1"/>
          <p:nvPr/>
        </p:nvSpPr>
        <p:spPr>
          <a:xfrm>
            <a:off x="678426" y="1258529"/>
            <a:ext cx="5554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xong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file </a:t>
            </a:r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EE16A6-5AC3-D953-57BD-EF721A8A5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6" y="1700980"/>
            <a:ext cx="7898036" cy="50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43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A25411-4DF7-21DD-3325-4669A1BF314E}"/>
              </a:ext>
            </a:extLst>
          </p:cNvPr>
          <p:cNvSpPr txBox="1"/>
          <p:nvPr/>
        </p:nvSpPr>
        <p:spPr>
          <a:xfrm>
            <a:off x="501445" y="245806"/>
            <a:ext cx="403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4: </a:t>
            </a:r>
            <a:r>
              <a:rPr lang="en-US" dirty="0" err="1"/>
              <a:t>Nhậpdữ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PM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3A41FC-F233-CAC7-8760-773461B7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6" y="708690"/>
            <a:ext cx="6244174" cy="2142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202651-0221-FEF6-A592-3D6074CAE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82" y="2944906"/>
            <a:ext cx="6234152" cy="39130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30E9B3-3F2C-12A9-8782-E10B3525E9FF}"/>
              </a:ext>
            </a:extLst>
          </p:cNvPr>
          <p:cNvSpPr txBox="1"/>
          <p:nvPr/>
        </p:nvSpPr>
        <p:spPr>
          <a:xfrm>
            <a:off x="7315200" y="994787"/>
            <a:ext cx="4592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chi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SQT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PM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73218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433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Dung Nguyen</dc:creator>
  <cp:lastModifiedBy>Dung Nguyen</cp:lastModifiedBy>
  <cp:revision>1</cp:revision>
  <dcterms:created xsi:type="dcterms:W3CDTF">2026-10-20T03:18:37Z</dcterms:created>
  <dcterms:modified xsi:type="dcterms:W3CDTF">2026-10-20T03:59:39Z</dcterms:modified>
</cp:coreProperties>
</file>